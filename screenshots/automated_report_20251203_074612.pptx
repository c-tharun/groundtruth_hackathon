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Marketing Campaign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Generated: 2025-12-03 07:46:10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Key Metrics Snapshot</a:t>
            </a:r>
          </a:p>
          <a:p>
            <a:pPr>
              <a:spcAft>
                <a:spcPts val="400"/>
              </a:spcAft>
              <a:defRPr sz="1600"/>
            </a:pPr>
            <a:r>
              <a:t>• Total Impressions: 149,000</a:t>
            </a:r>
          </a:p>
          <a:p>
            <a:pPr>
              <a:spcAft>
                <a:spcPts val="400"/>
              </a:spcAft>
              <a:defRPr sz="1600"/>
            </a:pPr>
            <a:r>
              <a:t>• Total Clicks: 7,250</a:t>
            </a:r>
          </a:p>
          <a:p>
            <a:pPr>
              <a:spcAft>
                <a:spcPts val="400"/>
              </a:spcAft>
              <a:defRPr sz="1600"/>
            </a:pPr>
            <a:r>
              <a:t>• Total Spend: $14,403.75</a:t>
            </a:r>
          </a:p>
          <a:p>
            <a:pPr>
              <a:spcAft>
                <a:spcPts val="400"/>
              </a:spcAft>
              <a:defRPr sz="1600"/>
            </a:pPr>
            <a:r>
              <a:t>• Total Visits: 6,520</a:t>
            </a:r>
          </a:p>
          <a:p>
            <a:pPr>
              <a:spcAft>
                <a:spcPts val="400"/>
              </a:spcAft>
              <a:defRPr sz="1600"/>
            </a:pPr>
            <a:r>
              <a:t>• Avg CTR: 4.87%</a:t>
            </a:r>
          </a:p>
          <a:p>
            <a:pPr>
              <a:spcAft>
                <a:spcPts val="400"/>
              </a:spcAft>
              <a:defRPr sz="1600"/>
            </a:pPr>
            <a:r>
              <a:t>• Avg CPC: $1.99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Digital marketing performance from January 1 to January 10, 2024, showed a total of 149,000 impressions, 7,250 clicks, and $14,403.75 in spend, resulting in an average ROI of 0.45. The top-performing campaigns were Festival Sale, Flash Sale, and New Year Blast. Overall, the performance metrics indicate room for improvement.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Key Insights:</a:t>
            </a:r>
          </a:p>
          <a:p>
            <a:pPr>
              <a:spcAft>
                <a:spcPts val="600"/>
              </a:spcAft>
              <a:defRPr sz="1400"/>
            </a:pPr>
            <a:r>
              <a:t>• Total Impressions: 149,000</a:t>
            </a:r>
          </a:p>
          <a:p>
            <a:pPr>
              <a:spcAft>
                <a:spcPts val="600"/>
              </a:spcAft>
              <a:defRPr sz="1400"/>
            </a:pPr>
            <a:r>
              <a:t>• Total Clicks: 7,250</a:t>
            </a:r>
          </a:p>
          <a:p>
            <a:pPr>
              <a:spcAft>
                <a:spcPts val="600"/>
              </a:spcAft>
              <a:defRPr sz="1400"/>
            </a:pPr>
            <a:r>
              <a:t>• Total Spend: $14,403.75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Recommendations:</a:t>
            </a:r>
          </a:p>
          <a:p>
            <a:pPr>
              <a:spcAft>
                <a:spcPts val="600"/>
              </a:spcAft>
              <a:defRPr sz="1400"/>
            </a:pPr>
            <a:r>
              <a:t>• Optimize campaign targeting and ad creative to improve average CTR and ROI.</a:t>
            </a:r>
          </a:p>
          <a:p>
            <a:pPr>
              <a:spcAft>
                <a:spcPts val="600"/>
              </a:spcAft>
              <a:defRPr sz="1400"/>
            </a:pPr>
            <a:r>
              <a:t>• Analyze and adjust bidding strategies to reduce average CPC.</a:t>
            </a:r>
          </a:p>
          <a:p>
            <a:pPr>
              <a:spcAft>
                <a:spcPts val="600"/>
              </a:spcAft>
              <a:defRPr sz="1400"/>
            </a:pPr>
            <a:r>
              <a:t>• Prioritize and allocate budget to top-performing campaigns, such as Festival Sale and Flash Sale.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Visuals</a:t>
            </a:r>
          </a:p>
        </p:txBody>
      </p:sp>
      <p:pic>
        <p:nvPicPr>
          <p:cNvPr id="3" name="Picture 2" descr="time_seri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4114800" cy="2034309"/>
          </a:xfrm>
          <a:prstGeom prst="rect">
            <a:avLst/>
          </a:prstGeom>
        </p:spPr>
      </p:pic>
      <p:pic>
        <p:nvPicPr>
          <p:cNvPr id="4" name="Picture 3" descr="top_campaign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31520"/>
            <a:ext cx="41148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5 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Festival Sale</a:t>
            </a:r>
          </a:p>
          <a:p>
            <a:r>
              <a:t>   • Visits: 990</a:t>
            </a:r>
          </a:p>
          <a:p>
            <a:r>
              <a:t>   • Clicks: 1,100</a:t>
            </a:r>
          </a:p>
          <a:p>
            <a:r>
              <a:t>   • Spend: $2,200.30</a:t>
            </a:r>
          </a:p>
          <a:p>
            <a:r>
              <a:t>   • CTR: 5.00%</a:t>
            </a:r>
          </a:p>
          <a:p/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2. Flash Sale</a:t>
            </a:r>
            <a:br/>
            <a:r>
              <a:t>   • Visits: 880</a:t>
            </a:r>
            <a:br/>
            <a:r>
              <a:t>   • Clicks: 950</a:t>
            </a:r>
            <a:br/>
            <a:r>
              <a:t>   • Spend: $1,900.00</a:t>
            </a:r>
            <a:br/>
            <a:r>
              <a:t>   • CTR: 4.75%</a:t>
            </a:r>
            <a:br/>
            <a:br/>
          </a:p>
          <a:p>
            <a:pPr>
              <a:spcAft>
                <a:spcPts val="800"/>
              </a:spcAft>
              <a:defRPr sz="1400"/>
            </a:pPr>
            <a:r>
              <a:t>3. New Year Blast</a:t>
            </a:r>
            <a:br/>
            <a:r>
              <a:t>   • Visits: 720</a:t>
            </a:r>
            <a:br/>
            <a:r>
              <a:t>   • Clicks: 820</a:t>
            </a:r>
            <a:br/>
            <a:r>
              <a:t>   • Spend: $1,700.00</a:t>
            </a:r>
            <a:br/>
            <a:r>
              <a:t>   • CTR: 4.56%</a:t>
            </a:r>
            <a:br/>
            <a:br/>
          </a:p>
          <a:p>
            <a:pPr>
              <a:spcAft>
                <a:spcPts val="800"/>
              </a:spcAft>
              <a:defRPr sz="1400"/>
            </a:pPr>
            <a:r>
              <a:t>4. Holiday Offer</a:t>
            </a:r>
            <a:br/>
            <a:r>
              <a:t>   • Visits: 700</a:t>
            </a:r>
            <a:br/>
            <a:r>
              <a:t>   • Clicks: 800</a:t>
            </a:r>
            <a:br/>
            <a:r>
              <a:t>   • Spend: $1,600.40</a:t>
            </a:r>
            <a:br/>
            <a:r>
              <a:t>   • CTR: 5.00%</a:t>
            </a:r>
            <a:br/>
            <a:br/>
          </a:p>
          <a:p>
            <a:pPr>
              <a:spcAft>
                <a:spcPts val="800"/>
              </a:spcAft>
              <a:defRPr sz="1400"/>
            </a:pPr>
            <a:r>
              <a:t>5. Black Friday</a:t>
            </a:r>
            <a:br/>
            <a:r>
              <a:t>   • Visits: 680</a:t>
            </a:r>
            <a:br/>
            <a:r>
              <a:t>   • Clicks: 750</a:t>
            </a:r>
            <a:br/>
            <a:r>
              <a:t>   • Spend: $1,500.75</a:t>
            </a:r>
            <a:br/>
            <a:r>
              <a:t>   • CTR: 5.00%</a:t>
            </a:r>
            <a:br/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Appendix: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Total Impressions: 149,000</a:t>
            </a:r>
          </a:p>
          <a:p>
            <a:pPr>
              <a:spcAft>
                <a:spcPts val="1000"/>
              </a:spcAft>
              <a:defRPr sz="1600"/>
            </a:pPr>
            <a:r>
              <a:t>Total Clicks: 7,250</a:t>
            </a:r>
          </a:p>
          <a:p>
            <a:pPr>
              <a:spcAft>
                <a:spcPts val="1000"/>
              </a:spcAft>
              <a:defRPr sz="1600"/>
            </a:pPr>
            <a:r>
              <a:t>Total Spend: $14,403.75</a:t>
            </a:r>
          </a:p>
          <a:p>
            <a:pPr>
              <a:spcAft>
                <a:spcPts val="1000"/>
              </a:spcAft>
              <a:defRPr sz="1600"/>
            </a:pPr>
            <a:r>
              <a:t>Total Visits: 6,520</a:t>
            </a:r>
          </a:p>
          <a:p>
            <a:pPr>
              <a:spcAft>
                <a:spcPts val="1000"/>
              </a:spcAft>
              <a:defRPr sz="1600"/>
            </a:pPr>
            <a:r>
              <a:t>Average CTR: 4.87%</a:t>
            </a:r>
          </a:p>
          <a:p>
            <a:pPr>
              <a:spcAft>
                <a:spcPts val="1000"/>
              </a:spcAft>
              <a:defRPr sz="1600"/>
            </a:pPr>
            <a:r>
              <a:t>Average CPC: $1.99</a:t>
            </a:r>
          </a:p>
          <a:p>
            <a:pPr>
              <a:spcAft>
                <a:spcPts val="1000"/>
              </a:spcAft>
              <a:defRPr sz="16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